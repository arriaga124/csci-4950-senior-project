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a46ebcd21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a46ebcd21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a46ebcd21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a46ebcd21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a46ebcd21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a46ebcd21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a46ebcd21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a46ebcd21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a46ebcd21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a46ebcd21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l">
              <a:spcBef>
                <a:spcPts val="0"/>
              </a:spcBef>
              <a:spcAft>
                <a:spcPts val="0"/>
              </a:spcAft>
              <a:buNone/>
            </a:pPr>
            <a:r>
              <a:rPr lang="en"/>
              <a:t>Protective Paws</a:t>
            </a:r>
            <a:endParaRPr/>
          </a:p>
        </p:txBody>
      </p:sp>
      <p:sp>
        <p:nvSpPr>
          <p:cNvPr id="68" name="Google Shape;68;p13"/>
          <p:cNvSpPr txBox="1"/>
          <p:nvPr>
            <p:ph idx="1" type="subTitle"/>
          </p:nvPr>
        </p:nvSpPr>
        <p:spPr>
          <a:xfrm>
            <a:off x="390525" y="2789130"/>
            <a:ext cx="8222100" cy="4329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Created By: Cristian Arriaga and Evan Price</a:t>
            </a:r>
            <a:endParaRPr/>
          </a:p>
        </p:txBody>
      </p:sp>
      <p:pic>
        <p:nvPicPr>
          <p:cNvPr id="69" name="Google Shape;69;p13"/>
          <p:cNvPicPr preferRelativeResize="0"/>
          <p:nvPr/>
        </p:nvPicPr>
        <p:blipFill>
          <a:blip r:embed="rId3">
            <a:alphaModFix/>
          </a:blip>
          <a:stretch>
            <a:fillRect/>
          </a:stretch>
        </p:blipFill>
        <p:spPr>
          <a:xfrm flipH="1">
            <a:off x="5536023" y="1534101"/>
            <a:ext cx="2722452" cy="24819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l">
              <a:spcBef>
                <a:spcPts val="0"/>
              </a:spcBef>
              <a:spcAft>
                <a:spcPts val="0"/>
              </a:spcAft>
              <a:buNone/>
            </a:pPr>
            <a:r>
              <a:rPr lang="en"/>
              <a:t>What problem are we trying to solve?</a:t>
            </a:r>
            <a:endParaRPr/>
          </a:p>
        </p:txBody>
      </p:sp>
      <p:sp>
        <p:nvSpPr>
          <p:cNvPr id="75" name="Google Shape;75;p14"/>
          <p:cNvSpPr txBox="1"/>
          <p:nvPr>
            <p:ph idx="1" type="body"/>
          </p:nvPr>
        </p:nvSpPr>
        <p:spPr>
          <a:xfrm>
            <a:off x="471900" y="1919075"/>
            <a:ext cx="5302200" cy="271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a:t>Everyday there are animals being abandoned and neglected across not only the nation, but the entire world. </a:t>
            </a:r>
            <a:br>
              <a:rPr lang="en"/>
            </a:br>
            <a:br>
              <a:rPr lang="en"/>
            </a:br>
            <a:r>
              <a:rPr lang="en"/>
              <a:t>This is a huge injustice in our eyes and it's only growing to be a larger and harder issue to solve. </a:t>
            </a:r>
            <a:br>
              <a:rPr lang="en"/>
            </a:br>
            <a:br>
              <a:rPr lang="en"/>
            </a:br>
            <a:r>
              <a:rPr lang="en"/>
              <a:t>As a result of people not being able to care for their pets, animal shelters have become increasingly more important. </a:t>
            </a:r>
            <a:br>
              <a:rPr lang="en"/>
            </a:br>
            <a:br>
              <a:rPr lang="en"/>
            </a:br>
            <a:r>
              <a:rPr lang="en"/>
              <a:t>Our solution is Protective Paws</a:t>
            </a:r>
            <a:endParaRPr/>
          </a:p>
        </p:txBody>
      </p:sp>
      <p:pic>
        <p:nvPicPr>
          <p:cNvPr id="76" name="Google Shape;76;p14"/>
          <p:cNvPicPr preferRelativeResize="0"/>
          <p:nvPr/>
        </p:nvPicPr>
        <p:blipFill>
          <a:blip r:embed="rId3">
            <a:alphaModFix/>
          </a:blip>
          <a:stretch>
            <a:fillRect/>
          </a:stretch>
        </p:blipFill>
        <p:spPr>
          <a:xfrm>
            <a:off x="6085100" y="2150123"/>
            <a:ext cx="2608901" cy="25809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r">
              <a:spcBef>
                <a:spcPts val="0"/>
              </a:spcBef>
              <a:spcAft>
                <a:spcPts val="0"/>
              </a:spcAft>
              <a:buNone/>
            </a:pPr>
            <a:r>
              <a:rPr lang="en"/>
              <a:t>What is Protective Paws?</a:t>
            </a:r>
            <a:endParaRPr/>
          </a:p>
        </p:txBody>
      </p:sp>
      <p:sp>
        <p:nvSpPr>
          <p:cNvPr id="82" name="Google Shape;82;p15"/>
          <p:cNvSpPr txBox="1"/>
          <p:nvPr>
            <p:ph idx="1" type="body"/>
          </p:nvPr>
        </p:nvSpPr>
        <p:spPr>
          <a:xfrm>
            <a:off x="3228925" y="1919075"/>
            <a:ext cx="5465100" cy="271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I</a:t>
            </a:r>
            <a:r>
              <a:rPr lang="en"/>
              <a:t>t is an inventory management system specifically designed for animal shelters. </a:t>
            </a:r>
            <a:br>
              <a:rPr lang="en"/>
            </a:br>
            <a:br>
              <a:rPr lang="en"/>
            </a:br>
            <a:r>
              <a:rPr lang="en"/>
              <a:t>The objective of this system is to provide the management team of an animal shelter with a way to easily keep record of every animal in the shelter, their supplies, and personnel available to care for them. </a:t>
            </a:r>
            <a:br>
              <a:rPr lang="en"/>
            </a:br>
            <a:br>
              <a:rPr lang="en"/>
            </a:br>
            <a:r>
              <a:rPr lang="en"/>
              <a:t>It will serve as a single source of data repository for all of this information.</a:t>
            </a:r>
            <a:endParaRPr/>
          </a:p>
        </p:txBody>
      </p:sp>
      <p:pic>
        <p:nvPicPr>
          <p:cNvPr id="83" name="Google Shape;83;p15"/>
          <p:cNvPicPr preferRelativeResize="0"/>
          <p:nvPr/>
        </p:nvPicPr>
        <p:blipFill>
          <a:blip r:embed="rId3">
            <a:alphaModFix/>
          </a:blip>
          <a:stretch>
            <a:fillRect/>
          </a:stretch>
        </p:blipFill>
        <p:spPr>
          <a:xfrm>
            <a:off x="236805" y="1938900"/>
            <a:ext cx="2673152" cy="267052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71900" y="738725"/>
            <a:ext cx="8222100" cy="7677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l">
              <a:spcBef>
                <a:spcPts val="0"/>
              </a:spcBef>
              <a:spcAft>
                <a:spcPts val="0"/>
              </a:spcAft>
              <a:buNone/>
            </a:pPr>
            <a:r>
              <a:rPr lang="en"/>
              <a:t>What powers </a:t>
            </a:r>
            <a:r>
              <a:rPr lang="en"/>
              <a:t>Protective</a:t>
            </a:r>
            <a:r>
              <a:rPr lang="en"/>
              <a:t> Paws?</a:t>
            </a:r>
            <a:endParaRPr/>
          </a:p>
        </p:txBody>
      </p:sp>
      <p:sp>
        <p:nvSpPr>
          <p:cNvPr id="89" name="Google Shape;89;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Protective Paws </a:t>
            </a:r>
            <a:r>
              <a:rPr lang="en"/>
              <a:t>utilizes Model-View-Controller (MVC) architecture. This means it is separated into three different components that each handle a specific aspect of the project.</a:t>
            </a:r>
            <a:br>
              <a:rPr lang="en"/>
            </a:br>
            <a:br>
              <a:rPr lang="en"/>
            </a:br>
            <a:r>
              <a:rPr lang="en"/>
              <a:t>Model Layer - consists of the Animal, Staff, Supply, Task, and User Java classes.The data derived from these classes is what is stored in the database.</a:t>
            </a:r>
            <a:endParaRPr/>
          </a:p>
          <a:p>
            <a:pPr indent="0" lvl="0" marL="0" rtl="0" algn="l">
              <a:spcBef>
                <a:spcPts val="1200"/>
              </a:spcBef>
              <a:spcAft>
                <a:spcPts val="0"/>
              </a:spcAft>
              <a:buNone/>
            </a:pPr>
            <a:r>
              <a:rPr lang="en"/>
              <a:t>View Layer - consists of several JSP pages that contain html and java code which is used to create the different pages in our website.</a:t>
            </a:r>
            <a:endParaRPr/>
          </a:p>
          <a:p>
            <a:pPr indent="0" lvl="0" marL="0" rtl="0" algn="l">
              <a:spcBef>
                <a:spcPts val="1200"/>
              </a:spcBef>
              <a:spcAft>
                <a:spcPts val="1200"/>
              </a:spcAft>
              <a:buNone/>
            </a:pPr>
            <a:r>
              <a:rPr lang="en"/>
              <a:t>Controller Layer - consists of java servlets which handle all the requests, interactions and inputs from the browser and utilizes the model to make appropriate updates to the database and then displays them via the 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71900" y="738725"/>
            <a:ext cx="8222100" cy="7677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l">
              <a:spcBef>
                <a:spcPts val="0"/>
              </a:spcBef>
              <a:spcAft>
                <a:spcPts val="0"/>
              </a:spcAft>
              <a:buNone/>
            </a:pPr>
            <a:r>
              <a:rPr lang="en"/>
              <a:t>How does it work?</a:t>
            </a:r>
            <a:endParaRPr/>
          </a:p>
        </p:txBody>
      </p:sp>
      <p:sp>
        <p:nvSpPr>
          <p:cNvPr id="95" name="Google Shape;95;p17"/>
          <p:cNvSpPr txBox="1"/>
          <p:nvPr>
            <p:ph idx="1" type="body"/>
          </p:nvPr>
        </p:nvSpPr>
        <p:spPr>
          <a:xfrm>
            <a:off x="471900" y="1919075"/>
            <a:ext cx="5499600" cy="27102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First Protective Paws requires the user to populate the data set for animals, supplies (food), and  care (hours). </a:t>
            </a:r>
            <a:endParaRPr/>
          </a:p>
          <a:p>
            <a:pPr indent="0" lvl="0" marL="0" rtl="0" algn="l">
              <a:spcBef>
                <a:spcPts val="1200"/>
              </a:spcBef>
              <a:spcAft>
                <a:spcPts val="0"/>
              </a:spcAft>
              <a:buNone/>
            </a:pPr>
            <a:r>
              <a:rPr lang="en"/>
              <a:t>Once entered to the full extent needed, a user can run the verification check on the supplied data via the verification check button.</a:t>
            </a:r>
            <a:endParaRPr/>
          </a:p>
          <a:p>
            <a:pPr indent="0" lvl="0" marL="0" rtl="0" algn="l">
              <a:spcBef>
                <a:spcPts val="1200"/>
              </a:spcBef>
              <a:spcAft>
                <a:spcPts val="0"/>
              </a:spcAft>
              <a:buNone/>
            </a:pPr>
            <a:r>
              <a:rPr lang="en"/>
              <a:t>This will signal to our system to start pulling data from all the entries within the data set and start to compare them. </a:t>
            </a:r>
            <a:endParaRPr/>
          </a:p>
          <a:p>
            <a:pPr indent="0" lvl="0" marL="0" rtl="0" algn="l">
              <a:spcBef>
                <a:spcPts val="1200"/>
              </a:spcBef>
              <a:spcAft>
                <a:spcPts val="0"/>
              </a:spcAft>
              <a:buNone/>
            </a:pPr>
            <a:r>
              <a:rPr lang="en"/>
              <a:t>Resulting in a result page and a timestamp of the last performed check</a:t>
            </a:r>
            <a:endParaRPr/>
          </a:p>
          <a:p>
            <a:pPr indent="0" lvl="0" marL="0" rtl="0" algn="l">
              <a:spcBef>
                <a:spcPts val="1200"/>
              </a:spcBef>
              <a:spcAft>
                <a:spcPts val="1200"/>
              </a:spcAft>
              <a:buNone/>
            </a:pPr>
            <a:r>
              <a:t/>
            </a:r>
            <a:endParaRPr/>
          </a:p>
        </p:txBody>
      </p:sp>
      <p:pic>
        <p:nvPicPr>
          <p:cNvPr id="96" name="Google Shape;96;p17"/>
          <p:cNvPicPr preferRelativeResize="0"/>
          <p:nvPr/>
        </p:nvPicPr>
        <p:blipFill>
          <a:blip r:embed="rId3">
            <a:alphaModFix/>
          </a:blip>
          <a:stretch>
            <a:fillRect/>
          </a:stretch>
        </p:blipFill>
        <p:spPr>
          <a:xfrm>
            <a:off x="6126071" y="2110750"/>
            <a:ext cx="2657152" cy="26325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r">
              <a:spcBef>
                <a:spcPts val="0"/>
              </a:spcBef>
              <a:spcAft>
                <a:spcPts val="0"/>
              </a:spcAft>
              <a:buNone/>
            </a:pPr>
            <a:r>
              <a:rPr lang="en"/>
              <a:t>How does this improve the issue?</a:t>
            </a:r>
            <a:endParaRPr/>
          </a:p>
        </p:txBody>
      </p:sp>
      <p:sp>
        <p:nvSpPr>
          <p:cNvPr id="102" name="Google Shape;102;p18"/>
          <p:cNvSpPr txBox="1"/>
          <p:nvPr>
            <p:ph idx="1" type="body"/>
          </p:nvPr>
        </p:nvSpPr>
        <p:spPr>
          <a:xfrm>
            <a:off x="3433250" y="1919075"/>
            <a:ext cx="52608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Strengths: This forces the shelter to </a:t>
            </a:r>
            <a:r>
              <a:rPr lang="en"/>
              <a:t>acknowledge</a:t>
            </a:r>
            <a:r>
              <a:rPr lang="en"/>
              <a:t> issues instead of playing ignorant. With a timestamp to prove that the check was performed. Managers will be able to then report the numbers and keep an better overall idea of the current shelters stock and </a:t>
            </a:r>
            <a:r>
              <a:rPr lang="en"/>
              <a:t>environment</a:t>
            </a:r>
            <a:r>
              <a:rPr lang="en"/>
              <a:t>.</a:t>
            </a:r>
            <a:br>
              <a:rPr lang="en"/>
            </a:br>
            <a:br>
              <a:rPr lang="en"/>
            </a:br>
            <a:r>
              <a:rPr lang="en"/>
              <a:t>Weaknesses: Issue could still be ignored </a:t>
            </a:r>
            <a:r>
              <a:rPr lang="en"/>
              <a:t>regardless</a:t>
            </a:r>
            <a:r>
              <a:rPr lang="en"/>
              <a:t> of the result of the verification.</a:t>
            </a:r>
            <a:endParaRPr/>
          </a:p>
        </p:txBody>
      </p:sp>
      <p:pic>
        <p:nvPicPr>
          <p:cNvPr id="103" name="Google Shape;103;p18"/>
          <p:cNvPicPr preferRelativeResize="0"/>
          <p:nvPr/>
        </p:nvPicPr>
        <p:blipFill>
          <a:blip r:embed="rId3">
            <a:alphaModFix/>
          </a:blip>
          <a:stretch>
            <a:fillRect/>
          </a:stretch>
        </p:blipFill>
        <p:spPr>
          <a:xfrm>
            <a:off x="701200" y="2176176"/>
            <a:ext cx="2285276" cy="21959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